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SpaceX Falcon 9 Launch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Praveen</a:t>
            </a:r>
          </a:p>
          <a:p>
            <a:r>
              <a:t>17-06-2025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collection, wrangling, EDA, visualization, interactive tools</a:t>
            </a:r>
          </a:p>
          <a:p>
            <a:r>
              <a:t>• Classification models used for prediction</a:t>
            </a:r>
          </a:p>
          <a:p>
            <a:r>
              <a:t>• Summary of key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Goal: Predict if Falcon 9's first stage will land successfully</a:t>
            </a:r>
          </a:p>
          <a:p>
            <a:r>
              <a:t>• Why: Reusable rockets reduce cost of space missions significantly</a:t>
            </a:r>
          </a:p>
          <a:p>
            <a:r>
              <a:t>• Factors considered: Payload, launch site, orbit, flights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from SpaceX API and Wikipedia (scraping)</a:t>
            </a:r>
          </a:p>
          <a:p>
            <a:r>
              <a:t>• Preprocessing: filtering, encoding, filling missing values</a:t>
            </a:r>
          </a:p>
          <a:p>
            <a:r>
              <a:t>• Used visualization (Matplotlib, Seaborn), SQL, Folium, Dash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SpaceX API for launch details</a:t>
            </a:r>
          </a:p>
          <a:p>
            <a:r>
              <a:t>• Web scraping from Wikipedia</a:t>
            </a:r>
          </a:p>
          <a:p>
            <a:r>
              <a:t>• Created unified dataset with launch-related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Flight number vs. success rate</a:t>
            </a:r>
          </a:p>
          <a:p>
            <a:r>
              <a:t>• Payload mass vs. success rate</a:t>
            </a:r>
          </a:p>
          <a:p>
            <a:r>
              <a:t>• Orbit type vs. success rate trends</a:t>
            </a:r>
          </a:p>
          <a:p>
            <a:r>
              <a:t>• Yearly trend shows increasing success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Folium map with markers for launch sites</a:t>
            </a:r>
          </a:p>
          <a:p>
            <a:r>
              <a:t>• Colored markers for success/failure</a:t>
            </a:r>
          </a:p>
          <a:p>
            <a:r>
              <a:t>• Distance from launch site to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with Plotly Dash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dropdown for launch site selection</a:t>
            </a:r>
          </a:p>
          <a:p>
            <a:r>
              <a:t>• Pie chart and scatter plots for success rate analysis</a:t>
            </a:r>
          </a:p>
          <a:p>
            <a:r>
              <a:t>• Payload slider to explore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and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Logistic Regression, SVM, Decision Tree, KNN</a:t>
            </a:r>
          </a:p>
          <a:p>
            <a:r>
              <a:t>• Best accuracy with Decision Tree</a:t>
            </a:r>
          </a:p>
          <a:p>
            <a:r>
              <a:t>• Evaluated using confusion matrix, F1-score, Jaccard index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Decision Tree is the best model for this case</a:t>
            </a:r>
          </a:p>
          <a:p>
            <a:r>
              <a:t>• Launches near equator and coast are more successful</a:t>
            </a:r>
          </a:p>
          <a:p>
            <a:r>
              <a:t>• Payload &lt; 5500 kg has higher success</a:t>
            </a:r>
          </a:p>
          <a:p>
            <a:r>
              <a:t>• KSC LC-39A shows highest success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